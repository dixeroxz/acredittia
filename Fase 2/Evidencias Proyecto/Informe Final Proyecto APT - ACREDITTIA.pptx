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DM Sans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9E17FF-9BF7-456E-BB1F-AF483B83DA67}">
  <a:tblStyle styleId="{D79E17FF-9BF7-456E-BB1F-AF483B83DA6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5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4.xml"/><Relationship Id="rId21" Type="http://schemas.openxmlformats.org/officeDocument/2006/relationships/font" Target="fonts/DMSans-italic.fntdata"/><Relationship Id="rId13" Type="http://schemas.openxmlformats.org/officeDocument/2006/relationships/slide" Target="slides/slide7.xml"/><Relationship Id="rId24" Type="http://schemas.openxmlformats.org/officeDocument/2006/relationships/font" Target="fonts/SpaceGrotesk-bold.fntdata"/><Relationship Id="rId12" Type="http://schemas.openxmlformats.org/officeDocument/2006/relationships/slide" Target="slides/slide6.xml"/><Relationship Id="rId23" Type="http://schemas.openxmlformats.org/officeDocument/2006/relationships/font" Target="fonts/SpaceGrotes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DM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270920"/>
            <a:ext cx="6858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197733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PROYECTO APT · DUOC UC SEDE ALAMEDA · OCTUBRE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329755"/>
            <a:ext cx="11582400" cy="760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ACREDITTIA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280320"/>
            <a:ext cx="7524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Plataforma centralizada de acreditación documental para contratistas de la gran minería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4651920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Integrantes: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Emmanuel Molina (21.150.495-1) · Diego Olvea (22.176.457-9) · Ingeniería en Informática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828800"/>
            <a:ext cx="52578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01 · CONTEXTO E INDUSTRIA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desafío de acreditar en la gran minería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09600" y="2771775"/>
            <a:ext cx="5353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Múltiples portales: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SIGA, INTELICONTROL, Workmate, Webcontrol.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09600" y="3457575"/>
            <a:ext cx="5353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Gestión fragmentada: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Planillas aisladas, correos y carpetas locales.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09600" y="4143375"/>
            <a:ext cx="5353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Riesgo operativo: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Un certificado vencido bloquea el ingreso a turno.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4829175"/>
            <a:ext cx="6572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Foco real: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El escritorio interno del contratista minero.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609600" y="2709862"/>
            <a:ext cx="5295900" cy="2428875"/>
          </a:xfrm>
          <a:prstGeom prst="roundRect">
            <a:avLst>
              <a:gd fmla="val 470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6286500" y="2828925"/>
            <a:ext cx="5295900" cy="2190750"/>
          </a:xfrm>
          <a:prstGeom prst="roundRect">
            <a:avLst>
              <a:gd fmla="val 521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08133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32004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01 · RELEVANCIA DE LA SOLUCIÓN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carpetas dispersas al control centralizado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052762"/>
            <a:ext cx="605075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Operación Tradicional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29400" y="3171825"/>
            <a:ext cx="55626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 Acredittia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3538537"/>
            <a:ext cx="5762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Archivos sueltos: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Búsqueda manual entre correos.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3929062"/>
            <a:ext cx="5762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Cero visibilidad: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Vencimientos detectados tarde.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4319587"/>
            <a:ext cx="4705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Reproceso constante: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Rechazos por documentos ilegibles.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29400" y="3657600"/>
            <a:ext cx="5562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Checklist único: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Empresa, personal y vehículos.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629400" y="4048125"/>
            <a:ext cx="5562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Alertas tempranas: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Control activo de vigencias.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29400" y="4438650"/>
            <a:ext cx="5562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Pre-validación: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Carpeta lista para subir a SIGA.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609600" y="3143250"/>
            <a:ext cx="25717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409950" y="3028950"/>
            <a:ext cx="2571750" cy="211455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210300" y="3143250"/>
            <a:ext cx="25717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9010650" y="3143250"/>
            <a:ext cx="25717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448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33337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8900" y="34480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0" y="344805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02 · OBJETIVOS DEL PROYECTO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MVP de acreditación y seguimiento documental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09600" y="1295400"/>
            <a:ext cx="1158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Objetivos definidos en Fase 1 y mantenidos íntegramente al cierre del desarrollo.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8200" y="3905250"/>
            <a:ext cx="27753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API en FastAPI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38200" y="42672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Endpoints para contratos, sujetos y documentos.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3638550" y="3790950"/>
            <a:ext cx="27753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Revisión PDF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3638550" y="4152900"/>
            <a:ext cx="2209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Detección automática de observaciones documentales.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438900" y="3905250"/>
            <a:ext cx="27753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Web en Next.js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438900" y="42672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Panel de cumplimiento y detalle operativo.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239250" y="3905250"/>
            <a:ext cx="27753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PostgreSQL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239250" y="42672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Aislamiento estricto de datos por empresa.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609600" y="4457700"/>
            <a:ext cx="10972800" cy="933450"/>
          </a:xfrm>
          <a:prstGeom prst="roundRect">
            <a:avLst>
              <a:gd fmla="val 12244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09600" y="2505075"/>
            <a:ext cx="2350293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483768" y="2505075"/>
            <a:ext cx="2350293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357937" y="2381250"/>
            <a:ext cx="2350293" cy="1695450"/>
          </a:xfrm>
          <a:prstGeom prst="roundRect">
            <a:avLst>
              <a:gd fmla="val 67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232106" y="2505075"/>
            <a:ext cx="2350293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0393" y="311467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4562" y="311467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8731" y="3114675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03 · METODOLOGÍA DE TRABAJO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Scrum en 6 Sprints y priorización MoSCoW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14400" y="4686300"/>
            <a:ext cx="5124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Roles definidos: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Diego Olvea (Modelo de Datos y API) · Emmanuel Molina (Interfaz Web Next.js).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248400" y="4686300"/>
            <a:ext cx="5124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Corte MoSCoW:</a:t>
            </a:r>
            <a:r>
              <a:rPr b="0" i="0" lang="en-US" sz="1425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 Foco en el circuito nuclear; pagos y conectores SIGA fuera de este corte.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38200" y="2733675"/>
            <a:ext cx="236636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FASE 01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38200" y="2962275"/>
            <a:ext cx="24846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Ambiente y Cuentas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38200" y="3267075"/>
            <a:ext cx="198834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Docker, PostgreSQL y autenticación.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3712368" y="2733675"/>
            <a:ext cx="236636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FASE 02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712368" y="2962275"/>
            <a:ext cx="24846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Contratos y Sujetos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712368" y="3267075"/>
            <a:ext cx="198834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Registro de personal y vehículos.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586537" y="2609850"/>
            <a:ext cx="236636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FASE 03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86537" y="2838450"/>
            <a:ext cx="208776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Documentos y Alertas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86537" y="3390900"/>
            <a:ext cx="198834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Carga de PDFs y vencimientos.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460706" y="2733675"/>
            <a:ext cx="236636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FASE 04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460706" y="2962275"/>
            <a:ext cx="24846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Panel y Despliegue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460706" y="3267075"/>
            <a:ext cx="198834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Dashboard y pruebas integradas.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609600" y="2681287"/>
            <a:ext cx="5638800" cy="2409825"/>
          </a:xfrm>
          <a:prstGeom prst="roundRect">
            <a:avLst>
              <a:gd fmla="val 63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858000" y="2847975"/>
            <a:ext cx="1257597" cy="266700"/>
          </a:xfrm>
          <a:prstGeom prst="roundRect">
            <a:avLst>
              <a:gd fmla="val 14285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04 · DESARROLLO E IMPLEMENTACIÓN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de datos y seguridad multiempresa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76250" y="3138487"/>
            <a:ext cx="5905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38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76250" y="4357687"/>
            <a:ext cx="5905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Tablas en PostgreSQL (Esquema v1.1)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858000" y="2609850"/>
            <a:ext cx="4819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Row Level Security: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Aislamiento estricto por 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858000" y="3295650"/>
            <a:ext cx="4819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Catálogo sembrado: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8 faenas mineras y 42 plantillas listas.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858000" y="3981450"/>
            <a:ext cx="4819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Generación automática: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Checklist al crear contrato o sujeto.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858000" y="4667250"/>
            <a:ext cx="4819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Entorno Dockerizado: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Postgres, Redis, FastAPI y Next.js.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915150" y="2867025"/>
            <a:ext cx="145769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company_id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609600" y="2981325"/>
            <a:ext cx="3479750" cy="1885950"/>
          </a:xfrm>
          <a:prstGeom prst="roundRect">
            <a:avLst>
              <a:gd fmla="val 60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356050" y="2867025"/>
            <a:ext cx="3479750" cy="2114550"/>
          </a:xfrm>
          <a:prstGeom prst="roundRect">
            <a:avLst>
              <a:gd fmla="val 540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8102500" y="2981325"/>
            <a:ext cx="3479750" cy="1885950"/>
          </a:xfrm>
          <a:prstGeom prst="roundRect">
            <a:avLst>
              <a:gd fmla="val 60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2861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850" y="31718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7300" y="32861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04 · DESAFÍOS TÉCNICOS Y AJUSTES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Resolución de problemas reales durante el desarrollo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14400" y="3743325"/>
            <a:ext cx="37670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Seguridad por Fila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14400" y="4105275"/>
            <a:ext cx="296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Filtro de empresa obligatorio por token en cada endpoint.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4660850" y="3629025"/>
            <a:ext cx="37670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en Next.js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4660850" y="3990975"/>
            <a:ext cx="296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Recompilación necesaria para variables públicas e integración externa (504).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407300" y="3743325"/>
            <a:ext cx="37670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Revisor Simulado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407300" y="4105275"/>
            <a:ext cx="296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Validación completa de alertas sin depender de APIs pagadas.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05 · EVIDENCIAS DE FUNCIONAMIENTO (14 OCT 2026)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Métricas operativas en PostgreSQL local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09600" y="1295400"/>
            <a:ext cx="1158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Caso activo: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Contrato prueba Antucoya (PRUE-ANT-2026)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· Mandante Antofagasta Minerals.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070371" y="3581400"/>
            <a:ext cx="1643062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8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070371" y="4438650"/>
            <a:ext cx="16430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Faenas Mineras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3645693" y="3581400"/>
            <a:ext cx="153590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42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3645693" y="4438650"/>
            <a:ext cx="15359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Plantillas Base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011465" y="3581400"/>
            <a:ext cx="2667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33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011465" y="44386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Documentos en Contrato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9499996" y="3581400"/>
            <a:ext cx="1619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7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9499996" y="4438650"/>
            <a:ext cx="1619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Alertas Activas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p21"/>
          <p:cNvGraphicFramePr/>
          <p:nvPr/>
        </p:nvGraphicFramePr>
        <p:xfrm>
          <a:off x="609600" y="25574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{D79E17FF-9BF7-456E-BB1F-AF483B83DA67}</a:tableStyleId>
              </a:tblPr>
              <a:tblGrid>
                <a:gridCol w="2585150"/>
                <a:gridCol w="2743200"/>
                <a:gridCol w="5644450"/>
              </a:tblGrid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Módulo / Vista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Componente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Evidencia Comprobada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 Acredittia API 1.1.0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Swagger (</a:t>
                      </a: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:8000/docs</a:t>
                      </a: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Endpoints de autenticación, contratos y documentos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 Panel de Inicio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Dashboard Next.js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Resumen de </a:t>
                      </a: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prueba@dfd.cl</a:t>
                      </a: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Vigía IA y acciones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 Detalle Contrato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Código PRUE-ANT-2026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Faena Antucoya, plataforma INTELICONTROL y PDF guía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 Personal y Equipos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Gestión de Sujetos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Ana Prueba (Operador) y camioneta Toyota Hilux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05 · DEMOSTRACIÓN DEL SISTEMA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Vistas verificadas del circuito de acreditación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05276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5575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0624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567237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06 · CONCLUSIONES Y PROYECCIÓN PROFESIONAL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Aprendizajes de ingeniería y próximos pasos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09600" y="3028950"/>
            <a:ext cx="1158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Valor del Modelo de Datos: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La interfaz se rehace rápido; la seguridad multiempresa define el sistema.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09600" y="3533775"/>
            <a:ext cx="1158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Integración Real: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Experiencia práctica lidiando con variables de compilación y servicios de terceros.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09600" y="4038600"/>
            <a:ext cx="1158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Solución Transferible: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Arquitectura aplicable a cualquier rubro con control de vigencias.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09600" y="4543425"/>
            <a:ext cx="1158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Línea Futura: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Conexión de modelo LLM real sobre el circuito de alertas ya construido.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/>
          <p:nvPr/>
        </p:nvSpPr>
        <p:spPr>
          <a:xfrm>
            <a:off x="5791200" y="4095750"/>
            <a:ext cx="6096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3488531" y="2190750"/>
            <a:ext cx="5214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PROYECTO APT · INGENIERÍA EN INFORMÁTICA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757832" y="2543175"/>
            <a:ext cx="10676334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¿Preguntas o Comentarios?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2434828" y="3514725"/>
            <a:ext cx="73223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Repositorio GitHub: Njolul/ACREDITTIA-Desarrollo_FrontEND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3232546" y="4438650"/>
            <a:ext cx="57269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Emmanuel Molina · Diego Olvea — Duoc UC Sede Alameda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9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1666875" y="1042987"/>
            <a:ext cx="64174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https://expandemineria.cl/wp-content/uploads/2025/10/52753872238_5eeed999b9_k.jpg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1666875" y="1252537"/>
            <a:ext cx="2297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expandemineria.cl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